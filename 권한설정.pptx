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6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21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89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62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4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11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15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89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4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07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07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F4D2A-D248-4F96-9388-CF70F258A4B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1AE5B-7047-4C7D-B326-AEA7B6AF0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72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652" y="604443"/>
            <a:ext cx="8392696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6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117" y="196541"/>
            <a:ext cx="6188294" cy="45147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117" y="4711337"/>
            <a:ext cx="6247444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3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6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38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116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78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053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017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yhw</dc:creator>
  <cp:lastModifiedBy>yhw</cp:lastModifiedBy>
  <cp:revision>1</cp:revision>
  <dcterms:created xsi:type="dcterms:W3CDTF">2026-02-26T03:44:38Z</dcterms:created>
  <dcterms:modified xsi:type="dcterms:W3CDTF">2026-02-26T03:45:20Z</dcterms:modified>
</cp:coreProperties>
</file>